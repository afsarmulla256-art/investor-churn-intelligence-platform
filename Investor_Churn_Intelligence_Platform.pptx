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828800" cy="18288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74F"/>
                </a:solidFill>
              </a:rPr>
              <a:t>DATA ANALYST  ·  CAPSTONE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Investor Churn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C74F"/>
                </a:solidFill>
              </a:rPr>
              <a:t>Intelligence Platform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Understanding why investors leave — and how to retain them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41148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Afsar Ahamed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| ECE, MVJ College  |  CGPA 8.4  |  64,374 investor records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Tools: MySQL · Python · Power BI · Matplotlib · Seaborn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PROBLEM STATEMENT &amp; DATASET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120640" cy="25603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An investment platform with 64,000+ investors faces a 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</a:rPr>
              <a:t>47.4% churn rate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— nearly 1 in 2 investors stops using the platform.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This analysis identifies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who is churning, why they leave,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 and surfaces actionable retention strategies for business leaders.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14630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64,374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6072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Investors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914400"/>
            <a:ext cx="14630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097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</a:rPr>
              <a:t>30,493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066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Churned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331720"/>
            <a:ext cx="14630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33,881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331720"/>
            <a:ext cx="14630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</a:rPr>
              <a:t>47.4%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0664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Dataset Features (12 columns)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4032504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CustomerID · Age · Gender · Tenure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5152" y="4032504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Usage Frequency · Support Calls · Payment Delay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379976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325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Subscription Type · Contract Length · Total Spend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45152" y="4379976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325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Last Interaction · Churn (target)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KEY FINDINGS &amp; CHURN DRIVERS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920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920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Monthly contracts churn most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</a:rPr>
              <a:t>51.6%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Monthly plan investors churn at 51.6% vs 44.0% for Quarterly — a 7.6pp gap. Contract upgrade is the #1 retention lever.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920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68680"/>
            <a:ext cx="64008" cy="192024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78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Mid-tenure is the danger zone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07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C74F"/>
                </a:solidFill>
              </a:rPr>
              <a:t>55–56%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Investors at 25–60 months tenure churn at 55–56% — far higher than new investors at 31.8%. Loyalty programs needed at month 24.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" cy="1920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Payment delay predicts churn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21+ days risk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Investors with 21+ day payment delays churn significantly more than on-time payers. Payment friction is a strong early warning signal.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26080"/>
            <a:ext cx="64008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High support calls signal churn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364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6.4 vs 4.5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Churned investors averaged 6.4 support calls vs 4.5 for active investors — a 42% difference. High call volume = intervention needed.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Analysis based on 64,374 investor records · MySQL 8.0 · Python (Pandas, Seaborn)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ANALYSIS CHARTS &amp;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investor_churn_project/charts/02_churn_by_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11480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82296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7" name="Image 1" descr="/home/claude/investor_churn_project/charts/03_churn_by_ten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4114800" cy="1783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297180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2" descr="/home/claude/investor_churn_project/charts/04_payment_delay_chu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17520"/>
            <a:ext cx="4114800" cy="1783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09160" y="297180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3" descr="/home/claude/investor_churn_project/charts/07_cohort_heat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17520"/>
            <a:ext cx="411480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What TapInvest should do to reduce churn by 10–15%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572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Convert monthly users to quarterly/annual plans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Monthly investors churn at 51.6%. Targeted upgrade offers with fee waivers or bonus returns can reduce churn by ~7pp across that segment.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57200" cy="658368"/>
          </a:xfrm>
          <a:prstGeom prst="rect">
            <a:avLst/>
          </a:prstGeom>
          <a:solidFill>
            <a:srgbClr val="F9C74F">
              <a:alpha val="8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74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a Month-24 retention programme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3591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Churn spikes at 25–36 months. Deploy a loyalty reward at exactly month 24 — milestone bonus, dedicated RM, or exclusive product access.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57200" cy="658368"/>
          </a:xfrm>
          <a:prstGeom prst="rect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 high-support + high-delay investors for outreach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73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Build a risk score (already in the SQL). Investors with 5+ support calls AND 15+ day payment delay trigger an automated intervention workflow.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457200" cy="65836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904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Re-engage dormant investors (last login &gt; 22 days)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87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This segment shows the highest churn. Automated personalised push notifications, portfolio performance updates, or a proactive RM check-in call.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Afsar Ahamed  ·  afsarmulla256@gmail.com  ·  linkedin.com/in/afsar-ahamed2  ·  CGPA 8.4 | MVJ College of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Churn Intelligence Platform</dc:title>
  <dc:subject>PptxGenJS Presentation</dc:subject>
  <dc:creator>Afsar Ahamed</dc:creator>
  <cp:lastModifiedBy>Afsar Ahamed</cp:lastModifiedBy>
  <cp:revision>1</cp:revision>
  <dcterms:created xsi:type="dcterms:W3CDTF">2026-06-06T09:16:54Z</dcterms:created>
  <dcterms:modified xsi:type="dcterms:W3CDTF">2026-06-06T09:16:54Z</dcterms:modified>
</cp:coreProperties>
</file>